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AFF32-F878-49A1-ADCD-91702EC87DB9}" v="7" dt="2026-05-03T06:03:33.610"/>
    <p1510:client id="{B0CBBC22-8988-468F-8351-6C639B54E82A}" v="31" dt="2026-05-03T08:48:03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shuli Mallarapu" userId="1f81c0d3-9ca2-4877-afd8-6920255ef6b2" providerId="ADAL" clId="{46C7E909-C670-4689-8AD6-3B198E02B68B}"/>
    <pc:docChg chg="undo custSel addSld delSld modSld">
      <pc:chgData name="Trishuli Mallarapu" userId="1f81c0d3-9ca2-4877-afd8-6920255ef6b2" providerId="ADAL" clId="{46C7E909-C670-4689-8AD6-3B198E02B68B}" dt="2026-05-03T09:44:06.578" v="234" actId="2696"/>
      <pc:docMkLst>
        <pc:docMk/>
      </pc:docMkLst>
      <pc:sldChg chg="modSp mod">
        <pc:chgData name="Trishuli Mallarapu" userId="1f81c0d3-9ca2-4877-afd8-6920255ef6b2" providerId="ADAL" clId="{46C7E909-C670-4689-8AD6-3B198E02B68B}" dt="2026-05-03T06:52:32.340" v="15" actId="20577"/>
        <pc:sldMkLst>
          <pc:docMk/>
          <pc:sldMk cId="0" sldId="256"/>
        </pc:sldMkLst>
        <pc:spChg chg="mod">
          <ac:chgData name="Trishuli Mallarapu" userId="1f81c0d3-9ca2-4877-afd8-6920255ef6b2" providerId="ADAL" clId="{46C7E909-C670-4689-8AD6-3B198E02B68B}" dt="2026-05-03T06:52:32.340" v="15" actId="20577"/>
          <ac:spMkLst>
            <pc:docMk/>
            <pc:sldMk cId="0" sldId="256"/>
            <ac:spMk id="41" creationId="{00000000-0000-0000-0000-000000000000}"/>
          </ac:spMkLst>
        </pc:spChg>
      </pc:sldChg>
      <pc:sldChg chg="modSp mod">
        <pc:chgData name="Trishuli Mallarapu" userId="1f81c0d3-9ca2-4877-afd8-6920255ef6b2" providerId="ADAL" clId="{46C7E909-C670-4689-8AD6-3B198E02B68B}" dt="2026-05-03T07:25:40.702" v="186" actId="20577"/>
        <pc:sldMkLst>
          <pc:docMk/>
          <pc:sldMk cId="0" sldId="257"/>
        </pc:sldMkLst>
        <pc:spChg chg="mod">
          <ac:chgData name="Trishuli Mallarapu" userId="1f81c0d3-9ca2-4877-afd8-6920255ef6b2" providerId="ADAL" clId="{46C7E909-C670-4689-8AD6-3B198E02B68B}" dt="2026-05-03T07:25:40.702" v="186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Trishuli Mallarapu" userId="1f81c0d3-9ca2-4877-afd8-6920255ef6b2" providerId="ADAL" clId="{46C7E909-C670-4689-8AD6-3B198E02B68B}" dt="2026-05-03T07:03:25.552" v="167" actId="1076"/>
        <pc:sldMkLst>
          <pc:docMk/>
          <pc:sldMk cId="0" sldId="258"/>
        </pc:sldMkLst>
        <pc:spChg chg="mod">
          <ac:chgData name="Trishuli Mallarapu" userId="1f81c0d3-9ca2-4877-afd8-6920255ef6b2" providerId="ADAL" clId="{46C7E909-C670-4689-8AD6-3B198E02B68B}" dt="2026-05-03T07:03:25.552" v="167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Trishuli Mallarapu" userId="1f81c0d3-9ca2-4877-afd8-6920255ef6b2" providerId="ADAL" clId="{46C7E909-C670-4689-8AD6-3B198E02B68B}" dt="2026-05-03T06:59:21.467" v="55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Trishuli Mallarapu" userId="1f81c0d3-9ca2-4877-afd8-6920255ef6b2" providerId="ADAL" clId="{46C7E909-C670-4689-8AD6-3B198E02B68B}" dt="2026-05-03T07:44:08.262" v="208" actId="20577"/>
        <pc:sldMkLst>
          <pc:docMk/>
          <pc:sldMk cId="0" sldId="259"/>
        </pc:sldMkLst>
        <pc:spChg chg="mod">
          <ac:chgData name="Trishuli Mallarapu" userId="1f81c0d3-9ca2-4877-afd8-6920255ef6b2" providerId="ADAL" clId="{46C7E909-C670-4689-8AD6-3B198E02B68B}" dt="2026-05-03T07:44:08.262" v="208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add del mod">
        <pc:chgData name="Trishuli Mallarapu" userId="1f81c0d3-9ca2-4877-afd8-6920255ef6b2" providerId="ADAL" clId="{46C7E909-C670-4689-8AD6-3B198E02B68B}" dt="2026-05-03T06:50:15.831" v="14" actId="20577"/>
        <pc:sldMkLst>
          <pc:docMk/>
          <pc:sldMk cId="0" sldId="262"/>
        </pc:sldMkLst>
        <pc:spChg chg="mod">
          <ac:chgData name="Trishuli Mallarapu" userId="1f81c0d3-9ca2-4877-afd8-6920255ef6b2" providerId="ADAL" clId="{46C7E909-C670-4689-8AD6-3B198E02B68B}" dt="2026-05-03T06:50:15.831" v="14" actId="20577"/>
          <ac:spMkLst>
            <pc:docMk/>
            <pc:sldMk cId="0" sldId="262"/>
            <ac:spMk id="9" creationId="{00000000-0000-0000-0000-000000000000}"/>
          </ac:spMkLst>
        </pc:spChg>
      </pc:sldChg>
      <pc:sldChg chg="addSp delSp modSp new del mod modTransition addAnim delAnim modAnim">
        <pc:chgData name="Trishuli Mallarapu" userId="1f81c0d3-9ca2-4877-afd8-6920255ef6b2" providerId="ADAL" clId="{46C7E909-C670-4689-8AD6-3B198E02B68B}" dt="2026-05-03T09:44:06.578" v="234" actId="2696"/>
        <pc:sldMkLst>
          <pc:docMk/>
          <pc:sldMk cId="1773488068" sldId="265"/>
        </pc:sldMkLst>
        <pc:picChg chg="add del mod">
          <ac:chgData name="Trishuli Mallarapu" userId="1f81c0d3-9ca2-4877-afd8-6920255ef6b2" providerId="ADAL" clId="{46C7E909-C670-4689-8AD6-3B198E02B68B}" dt="2026-05-03T07:09:49.718" v="170" actId="478"/>
          <ac:picMkLst>
            <pc:docMk/>
            <pc:sldMk cId="1773488068" sldId="265"/>
            <ac:picMk id="2" creationId="{4FCB2D4A-8404-7579-A9AC-CBE4818EEB94}"/>
          </ac:picMkLst>
        </pc:picChg>
        <pc:picChg chg="add del mod">
          <ac:chgData name="Trishuli Mallarapu" userId="1f81c0d3-9ca2-4877-afd8-6920255ef6b2" providerId="ADAL" clId="{46C7E909-C670-4689-8AD6-3B198E02B68B}" dt="2026-05-03T07:12:11.891" v="172" actId="478"/>
          <ac:picMkLst>
            <pc:docMk/>
            <pc:sldMk cId="1773488068" sldId="265"/>
            <ac:picMk id="3" creationId="{47CD07DB-AECF-B69F-4BFD-3FDF843452D5}"/>
          </ac:picMkLst>
        </pc:picChg>
        <pc:picChg chg="add del mod">
          <ac:chgData name="Trishuli Mallarapu" userId="1f81c0d3-9ca2-4877-afd8-6920255ef6b2" providerId="ADAL" clId="{46C7E909-C670-4689-8AD6-3B198E02B68B}" dt="2026-05-03T07:29:28.231" v="190" actId="478"/>
          <ac:picMkLst>
            <pc:docMk/>
            <pc:sldMk cId="1773488068" sldId="265"/>
            <ac:picMk id="4" creationId="{ED3890D1-8C4E-721E-2DAF-EC3829512432}"/>
          </ac:picMkLst>
        </pc:picChg>
        <pc:picChg chg="add del mod">
          <ac:chgData name="Trishuli Mallarapu" userId="1f81c0d3-9ca2-4877-afd8-6920255ef6b2" providerId="ADAL" clId="{46C7E909-C670-4689-8AD6-3B198E02B68B}" dt="2026-05-03T07:33:12.600" v="192" actId="478"/>
          <ac:picMkLst>
            <pc:docMk/>
            <pc:sldMk cId="1773488068" sldId="265"/>
            <ac:picMk id="5" creationId="{0423DE8C-83FD-3415-3A39-4E80DD30D46C}"/>
          </ac:picMkLst>
        </pc:picChg>
        <pc:picChg chg="add del mod">
          <ac:chgData name="Trishuli Mallarapu" userId="1f81c0d3-9ca2-4877-afd8-6920255ef6b2" providerId="ADAL" clId="{46C7E909-C670-4689-8AD6-3B198E02B68B}" dt="2026-05-03T07:34:16.337" v="194" actId="478"/>
          <ac:picMkLst>
            <pc:docMk/>
            <pc:sldMk cId="1773488068" sldId="265"/>
            <ac:picMk id="6" creationId="{5587EFA2-E3DC-8358-F95B-8EBE19BB59B0}"/>
          </ac:picMkLst>
        </pc:picChg>
        <pc:picChg chg="add del mod">
          <ac:chgData name="Trishuli Mallarapu" userId="1f81c0d3-9ca2-4877-afd8-6920255ef6b2" providerId="ADAL" clId="{46C7E909-C670-4689-8AD6-3B198E02B68B}" dt="2026-05-03T07:35:08.678" v="196" actId="478"/>
          <ac:picMkLst>
            <pc:docMk/>
            <pc:sldMk cId="1773488068" sldId="265"/>
            <ac:picMk id="7" creationId="{05C5BFA9-2A57-0059-80D5-9F6649260197}"/>
          </ac:picMkLst>
        </pc:picChg>
        <pc:picChg chg="add del mod">
          <ac:chgData name="Trishuli Mallarapu" userId="1f81c0d3-9ca2-4877-afd8-6920255ef6b2" providerId="ADAL" clId="{46C7E909-C670-4689-8AD6-3B198E02B68B}" dt="2026-05-03T07:38:52.042" v="198" actId="478"/>
          <ac:picMkLst>
            <pc:docMk/>
            <pc:sldMk cId="1773488068" sldId="265"/>
            <ac:picMk id="8" creationId="{54E7A235-ABB9-C318-BA62-5CA439653117}"/>
          </ac:picMkLst>
        </pc:picChg>
        <pc:picChg chg="add del mod">
          <ac:chgData name="Trishuli Mallarapu" userId="1f81c0d3-9ca2-4877-afd8-6920255ef6b2" providerId="ADAL" clId="{46C7E909-C670-4689-8AD6-3B198E02B68B}" dt="2026-05-03T08:00:04.583" v="209" actId="478"/>
          <ac:picMkLst>
            <pc:docMk/>
            <pc:sldMk cId="1773488068" sldId="265"/>
            <ac:picMk id="9" creationId="{293F7F50-264D-024B-A85E-553AB93042CF}"/>
          </ac:picMkLst>
        </pc:picChg>
        <pc:picChg chg="add del mod">
          <ac:chgData name="Trishuli Mallarapu" userId="1f81c0d3-9ca2-4877-afd8-6920255ef6b2" providerId="ADAL" clId="{46C7E909-C670-4689-8AD6-3B198E02B68B}" dt="2026-05-03T08:17:09.053" v="211" actId="478"/>
          <ac:picMkLst>
            <pc:docMk/>
            <pc:sldMk cId="1773488068" sldId="265"/>
            <ac:picMk id="10" creationId="{C15B30FE-B677-ED15-479A-AC3EABE2EBAA}"/>
          </ac:picMkLst>
        </pc:picChg>
        <pc:picChg chg="add del mod">
          <ac:chgData name="Trishuli Mallarapu" userId="1f81c0d3-9ca2-4877-afd8-6920255ef6b2" providerId="ADAL" clId="{46C7E909-C670-4689-8AD6-3B198E02B68B}" dt="2026-05-03T08:17:36.945" v="213" actId="478"/>
          <ac:picMkLst>
            <pc:docMk/>
            <pc:sldMk cId="1773488068" sldId="265"/>
            <ac:picMk id="11" creationId="{13562340-D0C8-F2A4-E6FA-2AC428B4B911}"/>
          </ac:picMkLst>
        </pc:picChg>
        <pc:picChg chg="add del mod">
          <ac:chgData name="Trishuli Mallarapu" userId="1f81c0d3-9ca2-4877-afd8-6920255ef6b2" providerId="ADAL" clId="{46C7E909-C670-4689-8AD6-3B198E02B68B}" dt="2026-05-03T08:21:09.583" v="215" actId="478"/>
          <ac:picMkLst>
            <pc:docMk/>
            <pc:sldMk cId="1773488068" sldId="265"/>
            <ac:picMk id="12" creationId="{F9EFFC5B-E911-8340-BB09-0C47A5BE2FBB}"/>
          </ac:picMkLst>
        </pc:picChg>
        <pc:picChg chg="add del mod">
          <ac:chgData name="Trishuli Mallarapu" userId="1f81c0d3-9ca2-4877-afd8-6920255ef6b2" providerId="ADAL" clId="{46C7E909-C670-4689-8AD6-3B198E02B68B}" dt="2026-05-03T08:24:39.024" v="217" actId="478"/>
          <ac:picMkLst>
            <pc:docMk/>
            <pc:sldMk cId="1773488068" sldId="265"/>
            <ac:picMk id="13" creationId="{9B1B9E59-19C1-479D-8B57-6DFFE78FD4B7}"/>
          </ac:picMkLst>
        </pc:picChg>
        <pc:picChg chg="add mod">
          <ac:chgData name="Trishuli Mallarapu" userId="1f81c0d3-9ca2-4877-afd8-6920255ef6b2" providerId="ADAL" clId="{46C7E909-C670-4689-8AD6-3B198E02B68B}" dt="2026-05-03T08:26:20.164" v="218"/>
          <ac:picMkLst>
            <pc:docMk/>
            <pc:sldMk cId="1773488068" sldId="265"/>
            <ac:picMk id="14" creationId="{D5119BDD-C9FE-4D92-5290-0D5061133AC8}"/>
          </ac:picMkLst>
        </pc:picChg>
      </pc:sldChg>
      <pc:sldChg chg="addSp modSp new del modTransition modAnim">
        <pc:chgData name="Trishuli Mallarapu" userId="1f81c0d3-9ca2-4877-afd8-6920255ef6b2" providerId="ADAL" clId="{46C7E909-C670-4689-8AD6-3B198E02B68B}" dt="2026-05-03T09:44:06.578" v="234" actId="2696"/>
        <pc:sldMkLst>
          <pc:docMk/>
          <pc:sldMk cId="3227153510" sldId="266"/>
        </pc:sldMkLst>
        <pc:picChg chg="add mod">
          <ac:chgData name="Trishuli Mallarapu" userId="1f81c0d3-9ca2-4877-afd8-6920255ef6b2" providerId="ADAL" clId="{46C7E909-C670-4689-8AD6-3B198E02B68B}" dt="2026-05-03T08:31:45.531" v="220"/>
          <ac:picMkLst>
            <pc:docMk/>
            <pc:sldMk cId="3227153510" sldId="266"/>
            <ac:picMk id="2" creationId="{8388C406-D822-140E-0553-6202F7ED5D6C}"/>
          </ac:picMkLst>
        </pc:picChg>
      </pc:sldChg>
      <pc:sldChg chg="addSp delSp modSp new del mod modTransition delAnim modAnim">
        <pc:chgData name="Trishuli Mallarapu" userId="1f81c0d3-9ca2-4877-afd8-6920255ef6b2" providerId="ADAL" clId="{46C7E909-C670-4689-8AD6-3B198E02B68B}" dt="2026-05-03T09:44:06.578" v="234" actId="2696"/>
        <pc:sldMkLst>
          <pc:docMk/>
          <pc:sldMk cId="35996641" sldId="267"/>
        </pc:sldMkLst>
        <pc:picChg chg="add del mod">
          <ac:chgData name="Trishuli Mallarapu" userId="1f81c0d3-9ca2-4877-afd8-6920255ef6b2" providerId="ADAL" clId="{46C7E909-C670-4689-8AD6-3B198E02B68B}" dt="2026-05-03T08:39:04.807" v="223" actId="478"/>
          <ac:picMkLst>
            <pc:docMk/>
            <pc:sldMk cId="35996641" sldId="267"/>
            <ac:picMk id="2" creationId="{6EEF299F-72A3-ED57-E742-DD664EA9F21D}"/>
          </ac:picMkLst>
        </pc:picChg>
        <pc:picChg chg="add mod">
          <ac:chgData name="Trishuli Mallarapu" userId="1f81c0d3-9ca2-4877-afd8-6920255ef6b2" providerId="ADAL" clId="{46C7E909-C670-4689-8AD6-3B198E02B68B}" dt="2026-05-03T08:46:27.541" v="231"/>
          <ac:picMkLst>
            <pc:docMk/>
            <pc:sldMk cId="35996641" sldId="267"/>
            <ac:picMk id="3" creationId="{6DF81050-7085-FA02-5C92-D2D1600EF5FC}"/>
          </ac:picMkLst>
        </pc:picChg>
      </pc:sldChg>
      <pc:sldChg chg="new del">
        <pc:chgData name="Trishuli Mallarapu" userId="1f81c0d3-9ca2-4877-afd8-6920255ef6b2" providerId="ADAL" clId="{46C7E909-C670-4689-8AD6-3B198E02B68B}" dt="2026-05-03T08:44:04.094" v="226" actId="680"/>
        <pc:sldMkLst>
          <pc:docMk/>
          <pc:sldMk cId="2330344941" sldId="268"/>
        </pc:sldMkLst>
      </pc:sldChg>
      <pc:sldChg chg="addSp modSp new del modTransition modAnim">
        <pc:chgData name="Trishuli Mallarapu" userId="1f81c0d3-9ca2-4877-afd8-6920255ef6b2" providerId="ADAL" clId="{46C7E909-C670-4689-8AD6-3B198E02B68B}" dt="2026-05-03T09:44:06.578" v="234" actId="2696"/>
        <pc:sldMkLst>
          <pc:docMk/>
          <pc:sldMk cId="2969932000" sldId="268"/>
        </pc:sldMkLst>
        <pc:picChg chg="add mod">
          <ac:chgData name="Trishuli Mallarapu" userId="1f81c0d3-9ca2-4877-afd8-6920255ef6b2" providerId="ADAL" clId="{46C7E909-C670-4689-8AD6-3B198E02B68B}" dt="2026-05-03T08:47:33.671" v="233"/>
          <ac:picMkLst>
            <pc:docMk/>
            <pc:sldMk cId="2969932000" sldId="268"/>
            <ac:picMk id="2" creationId="{37DBB0D4-E2D3-9B05-9D81-ED18D29B20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81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32688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91056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9424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91056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49424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07792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91056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49424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07792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91056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49424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07792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2688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91056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49424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07792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4048" y="1961388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256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FFFFFF"/>
                </a:solidFill>
              </a:rPr>
              <a:t>HACKATHON DEMO  ·  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55064" y="736092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8800" dirty="0"/>
          </a:p>
        </p:txBody>
      </p:sp>
      <p:sp>
        <p:nvSpPr>
          <p:cNvPr id="39" name="Text 37"/>
          <p:cNvSpPr/>
          <p:nvPr/>
        </p:nvSpPr>
        <p:spPr>
          <a:xfrm>
            <a:off x="274319" y="731520"/>
            <a:ext cx="8722723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Supply Chain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 Responder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51509" y="2386584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374"/>
                </a:solidFill>
              </a:rPr>
              <a:t>AI that detects supply chain disruptions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4A6374"/>
                </a:solidFill>
              </a:rPr>
              <a:t>and responds autonomously — before SLA clock runs out.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054133" y="39776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054133" y="39959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&lt; 60s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054133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to execute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26901" y="39776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26901" y="39959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1-click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626901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approval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99669" y="397764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99669" y="399592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99669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SLA breaches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Supply chain team has a war room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499616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61848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225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Disruptions Happen Fast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" y="280720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374"/>
                </a:solidFill>
              </a:rPr>
              <a:t>Port closures, geopolitical crises, carrier outages, warehouse storms — they strike without warning and cascade instantly.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50692" y="1184148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46120" y="129844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51960" y="1499616"/>
            <a:ext cx="685800" cy="6858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618488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3225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Triage is Manual &amp; Slow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10712" y="280720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374"/>
                </a:solidFill>
              </a:rPr>
              <a:t>War rooms run on Slack threads and spreadsheets. Hours of confusion, missed orders, and costly errors every single time.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1908" y="1220724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26480" y="1298448"/>
            <a:ext cx="2697480" cy="6400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132320" y="1499616"/>
            <a:ext cx="685800" cy="685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61848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32257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Customers Complain First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91072" y="2807208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374"/>
                </a:solidFill>
              </a:rPr>
              <a:t>Teams scramble internally while customers are left in the dark — damaging trust, increasing churn, and burning your team out.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02920" y="468172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8F77"/>
                </a:solidFill>
              </a:rPr>
              <a:t>Today that war room runs on Slack messages and spreadsheets. We replaced it with an AI agent.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8056" y="-10667"/>
            <a:ext cx="8229600" cy="550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b="1" kern="0" spc="400" dirty="0">
              <a:solidFill>
                <a:srgbClr val="00C9A7"/>
              </a:solidFill>
            </a:endParaRPr>
          </a:p>
          <a:p>
            <a:endParaRPr lang="en-US" sz="900" b="1" kern="0" spc="400" dirty="0">
              <a:solidFill>
                <a:srgbClr val="00C9A7"/>
              </a:solidFill>
            </a:endParaRPr>
          </a:p>
          <a:p>
            <a:endParaRPr lang="en-US" sz="900" b="1" kern="0" spc="400" dirty="0">
              <a:solidFill>
                <a:srgbClr val="00C9A7"/>
              </a:solidFill>
            </a:endParaRPr>
          </a:p>
          <a:p>
            <a:pPr algn="ctr"/>
            <a:r>
              <a:rPr lang="en-US" sz="1600" b="1" kern="0" spc="400" dirty="0">
                <a:solidFill>
                  <a:srgbClr val="00C9A7"/>
                </a:solidFill>
              </a:rPr>
              <a:t>ASDECT</a:t>
            </a:r>
            <a:r>
              <a:rPr lang="en-US" sz="1200" b="1" kern="0" spc="400" dirty="0">
                <a:solidFill>
                  <a:srgbClr val="00C9A7"/>
                </a:solidFill>
              </a:rPr>
              <a:t> -</a:t>
            </a:r>
            <a:r>
              <a:rPr lang="en-US" sz="1400" b="1" dirty="0">
                <a:solidFill>
                  <a:srgbClr val="4A6374"/>
                </a:solidFill>
              </a:rPr>
              <a:t>A</a:t>
            </a:r>
            <a:r>
              <a:rPr lang="en-US" sz="1400" dirty="0">
                <a:solidFill>
                  <a:srgbClr val="4A6374"/>
                </a:solidFill>
              </a:rPr>
              <a:t>utonomous </a:t>
            </a:r>
            <a:r>
              <a:rPr lang="en-US" sz="1400" b="1" dirty="0">
                <a:solidFill>
                  <a:srgbClr val="4A6374"/>
                </a:solidFill>
              </a:rPr>
              <a:t>S</a:t>
            </a:r>
            <a:r>
              <a:rPr lang="en-US" sz="1400" dirty="0">
                <a:solidFill>
                  <a:srgbClr val="4A6374"/>
                </a:solidFill>
              </a:rPr>
              <a:t>upply Chain </a:t>
            </a:r>
            <a:r>
              <a:rPr lang="en-US" sz="1400" b="1" dirty="0">
                <a:solidFill>
                  <a:srgbClr val="4A6374"/>
                </a:solidFill>
              </a:rPr>
              <a:t>D</a:t>
            </a:r>
            <a:r>
              <a:rPr lang="en-US" sz="1400" dirty="0">
                <a:solidFill>
                  <a:srgbClr val="4A6374"/>
                </a:solidFill>
              </a:rPr>
              <a:t>isruption  </a:t>
            </a:r>
            <a:r>
              <a:rPr lang="en-US" sz="1400" b="1" dirty="0">
                <a:solidFill>
                  <a:srgbClr val="4A6374"/>
                </a:solidFill>
              </a:rPr>
              <a:t>E</a:t>
            </a:r>
            <a:r>
              <a:rPr lang="en-US" sz="1400" dirty="0">
                <a:solidFill>
                  <a:srgbClr val="4A6374"/>
                </a:solidFill>
              </a:rPr>
              <a:t>mergency </a:t>
            </a:r>
            <a:r>
              <a:rPr lang="en-US" sz="1400" b="1" dirty="0">
                <a:solidFill>
                  <a:srgbClr val="4A6374"/>
                </a:solidFill>
              </a:rPr>
              <a:t>C</a:t>
            </a:r>
            <a:r>
              <a:rPr lang="en-US" sz="1400" dirty="0">
                <a:solidFill>
                  <a:srgbClr val="4A6374"/>
                </a:solidFill>
              </a:rPr>
              <a:t>ontrol </a:t>
            </a:r>
            <a:r>
              <a:rPr lang="en-US" sz="1400" b="1" dirty="0">
                <a:solidFill>
                  <a:srgbClr val="4A6374"/>
                </a:solidFill>
              </a:rPr>
              <a:t>T</a:t>
            </a:r>
            <a:r>
              <a:rPr lang="en-US" sz="1400" dirty="0">
                <a:solidFill>
                  <a:srgbClr val="4A6374"/>
                </a:solidFill>
              </a:rPr>
              <a:t>ask Force </a:t>
            </a:r>
          </a:p>
          <a:p>
            <a:pPr algn="ctr"/>
            <a:r>
              <a:rPr lang="en-US" sz="900" dirty="0">
                <a:solidFill>
                  <a:srgbClr val="4A6374"/>
                </a:solidFill>
              </a:rPr>
              <a:t>AI that detects supply chain disruptions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4A6374"/>
                </a:solidFill>
              </a:rPr>
              <a:t>and responds autonomously — before SLA clock runs out.</a:t>
            </a:r>
            <a:endParaRPr lang="en-US" sz="900" dirty="0"/>
          </a:p>
          <a:p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8056" y="53340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System. Detect. Decide. Execute.</a:t>
            </a:r>
          </a:p>
        </p:txBody>
      </p:sp>
      <p:sp>
        <p:nvSpPr>
          <p:cNvPr id="5" name="Shape 3"/>
          <p:cNvSpPr/>
          <p:nvPr/>
        </p:nvSpPr>
        <p:spPr>
          <a:xfrm>
            <a:off x="1801368" y="269748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481328" cy="2651760"/>
          </a:xfrm>
          <a:prstGeom prst="rect">
            <a:avLst/>
          </a:prstGeom>
          <a:solidFill>
            <a:srgbClr val="FEF9EC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2104" y="141732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417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745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4505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Detect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" y="2816352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374"/>
                </a:solidFill>
              </a:rPr>
              <a:t>Monitors weather, geopolitical signals, carrier status, port feeds &amp; supplier alerts in real time.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20440" y="269748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039112" y="1353312"/>
            <a:ext cx="1481328" cy="2651760"/>
          </a:xfrm>
          <a:prstGeom prst="rect">
            <a:avLst/>
          </a:prstGeom>
          <a:solidFill>
            <a:srgbClr val="F0FBF8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51176" y="141732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51176" y="1417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4832" y="24505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Score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112264" y="2816352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374"/>
                </a:solidFill>
              </a:rPr>
              <a:t>Scores every in-flight order by disruption impact and ranks by SLA urgency in seconds.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239512" y="269748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758184" y="1353312"/>
            <a:ext cx="1481328" cy="2651760"/>
          </a:xfrm>
          <a:prstGeom prst="rect">
            <a:avLst/>
          </a:prstGeom>
          <a:solidFill>
            <a:srgbClr val="EBF5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270248" y="141732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270248" y="1417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8745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03904" y="24505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Plan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831336" y="2816352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374"/>
                </a:solidFill>
              </a:rPr>
              <a:t>Generates re-routing, inventory reallocation, and customer messaging automatically.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958584" y="2697480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77256" y="1353312"/>
            <a:ext cx="1481328" cy="2651760"/>
          </a:xfrm>
          <a:prstGeom prst="rect">
            <a:avLst/>
          </a:prstGeom>
          <a:solidFill>
            <a:srgbClr val="FDF2F8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989320" y="141732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89320" y="1417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87452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22976" y="24505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Approve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550408" y="2816352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374"/>
                </a:solidFill>
              </a:rPr>
              <a:t>High-severity events pause for a single human approval click. Low-severity execute instantly.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196328" y="1353312"/>
            <a:ext cx="1481328" cy="26517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708392" y="1417320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7708392" y="1417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87452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42048" y="245059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269480" y="2816352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374"/>
                </a:solidFill>
              </a:rPr>
              <a:t>Agents act: re-route shipments, move stock between fulfillment centers, message every customer.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65760" y="4654296"/>
            <a:ext cx="841248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365760" y="45262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Response time: under 60 seconds from signal to execution</a:t>
            </a:r>
            <a:endParaRPr lang="en-US" sz="1300" dirty="0"/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99426C1E-9DD5-699B-9B1C-0448FDE888CC}"/>
              </a:ext>
            </a:extLst>
          </p:cNvPr>
          <p:cNvSpPr/>
          <p:nvPr/>
        </p:nvSpPr>
        <p:spPr>
          <a:xfrm>
            <a:off x="1591056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7FB313C3-EE1B-B13E-3431-A84BFBCDDEFA}"/>
              </a:ext>
            </a:extLst>
          </p:cNvPr>
          <p:cNvSpPr/>
          <p:nvPr/>
        </p:nvSpPr>
        <p:spPr>
          <a:xfrm>
            <a:off x="2249424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0">
            <a:extLst>
              <a:ext uri="{FF2B5EF4-FFF2-40B4-BE49-F238E27FC236}">
                <a16:creationId xmlns:a16="http://schemas.microsoft.com/office/drawing/2014/main" id="{A8B5B3F5-B2AD-CCDB-5AA0-BB1C35F27E48}"/>
              </a:ext>
            </a:extLst>
          </p:cNvPr>
          <p:cNvSpPr/>
          <p:nvPr/>
        </p:nvSpPr>
        <p:spPr>
          <a:xfrm>
            <a:off x="2907792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036571E7-22D6-AC0F-74C6-EC1E84FC31FC}"/>
              </a:ext>
            </a:extLst>
          </p:cNvPr>
          <p:cNvSpPr/>
          <p:nvPr/>
        </p:nvSpPr>
        <p:spPr>
          <a:xfrm>
            <a:off x="2112264" y="4114800"/>
            <a:ext cx="1355922" cy="438912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7FA6764B-F539-9D61-6558-6B78A0E52D6B}"/>
              </a:ext>
            </a:extLst>
          </p:cNvPr>
          <p:cNvSpPr/>
          <p:nvPr/>
        </p:nvSpPr>
        <p:spPr>
          <a:xfrm>
            <a:off x="2039112" y="40782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&lt; 60s</a:t>
            </a:r>
            <a:endParaRPr lang="en-US" sz="160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B44E2E0-88F2-C7EB-D148-3A83D50F5873}"/>
              </a:ext>
            </a:extLst>
          </p:cNvPr>
          <p:cNvSpPr/>
          <p:nvPr/>
        </p:nvSpPr>
        <p:spPr>
          <a:xfrm>
            <a:off x="2075688" y="43342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to execute</a:t>
            </a:r>
            <a:endParaRPr lang="en-US" sz="900" dirty="0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90CA78E7-12DC-2A0A-CC97-EB13919FAD2F}"/>
              </a:ext>
            </a:extLst>
          </p:cNvPr>
          <p:cNvSpPr/>
          <p:nvPr/>
        </p:nvSpPr>
        <p:spPr>
          <a:xfrm>
            <a:off x="3663477" y="4096511"/>
            <a:ext cx="1380743" cy="448057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A7E0ECAF-2FE5-FCA1-60EA-C8C7C97BD20D}"/>
              </a:ext>
            </a:extLst>
          </p:cNvPr>
          <p:cNvSpPr/>
          <p:nvPr/>
        </p:nvSpPr>
        <p:spPr>
          <a:xfrm>
            <a:off x="3636045" y="40690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1-click</a:t>
            </a:r>
            <a:endParaRPr lang="en-US" sz="1600" dirty="0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FDFE6454-0078-1817-0108-818084CFE74B}"/>
              </a:ext>
            </a:extLst>
          </p:cNvPr>
          <p:cNvSpPr/>
          <p:nvPr/>
        </p:nvSpPr>
        <p:spPr>
          <a:xfrm>
            <a:off x="3626901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approval</a:t>
            </a:r>
            <a:endParaRPr lang="en-US" sz="900" dirty="0"/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6487482D-3BCF-689B-D7AE-72F031F14F75}"/>
              </a:ext>
            </a:extLst>
          </p:cNvPr>
          <p:cNvSpPr/>
          <p:nvPr/>
        </p:nvSpPr>
        <p:spPr>
          <a:xfrm>
            <a:off x="5239511" y="4096511"/>
            <a:ext cx="1377477" cy="429770"/>
          </a:xfrm>
          <a:prstGeom prst="roundRect">
            <a:avLst>
              <a:gd name="adj" fmla="val 13889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C78E4482-465E-8DDF-2265-B575B6F64B0F}"/>
              </a:ext>
            </a:extLst>
          </p:cNvPr>
          <p:cNvSpPr/>
          <p:nvPr/>
        </p:nvSpPr>
        <p:spPr>
          <a:xfrm>
            <a:off x="5199669" y="4034791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F77"/>
                </a:solidFill>
              </a:rPr>
              <a:t>0</a:t>
            </a:r>
            <a:endParaRPr lang="en-US" sz="1600" dirty="0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2881F898-5E5A-24DF-A9B0-10F51F7D1330}"/>
              </a:ext>
            </a:extLst>
          </p:cNvPr>
          <p:cNvSpPr/>
          <p:nvPr/>
        </p:nvSpPr>
        <p:spPr>
          <a:xfrm>
            <a:off x="5199669" y="42931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374"/>
                </a:solidFill>
              </a:rPr>
              <a:t>SLA breaches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AGENT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Flow ASDECT — Signal to Resolution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7FA8BF"/>
                </a:solidFill>
              </a:rPr>
              <a:t>SIGNAL SOURCES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Weather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Events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60704" y="18105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29968" y="118872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29968" y="12344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Geopolitical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Alerts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0632" y="18105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9896" y="118872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9896" y="12344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Carrier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Outages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18105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49824" y="118872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12344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</a:rPr>
              <a:t>Closures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0488" y="18105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59752" y="1188720"/>
            <a:ext cx="1481328" cy="621792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9752" y="1234440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Supplier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Delays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00416" y="1810512"/>
            <a:ext cx="0" cy="20116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1993392"/>
            <a:ext cx="8503920" cy="548640"/>
          </a:xfrm>
          <a:prstGeom prst="rect">
            <a:avLst/>
          </a:prstGeom>
          <a:solidFill>
            <a:srgbClr val="CCFAF2"/>
          </a:solidFill>
          <a:ln w="19050">
            <a:solidFill>
              <a:srgbClr val="00C9A7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0665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F77"/>
                </a:solidFill>
              </a:rPr>
              <a:t>🔍  MONITOR AGENT  —  Real-time ingestion, anomaly detection &amp; disruption classification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1998" y="2542032"/>
            <a:ext cx="1" cy="18287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180" y="2734056"/>
            <a:ext cx="4069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1A6FBF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FBF"/>
                </a:solidFill>
              </a:rPr>
              <a:t>📊  IMPACT SCORER  —  Order risk scoring &amp; urgency ranking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0175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2743200"/>
            <a:ext cx="4023360" cy="5486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0" y="281635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🧠  RESPONSE PLANNER  —  LLM reasoning &amp; action plan generation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4572000" y="3017521"/>
            <a:ext cx="7619" cy="5029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85159" y="3547861"/>
            <a:ext cx="2788920" cy="5486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22319" y="3630157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⚡  HUMAN APPROVAL  —  1-click for HIGH severity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1999" y="4096501"/>
            <a:ext cx="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4407408"/>
            <a:ext cx="2011680" cy="566928"/>
          </a:xfrm>
          <a:prstGeom prst="rect">
            <a:avLst/>
          </a:prstGeom>
          <a:solidFill>
            <a:srgbClr val="F0FBF8"/>
          </a:solidFill>
          <a:ln w="1905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434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ROUTING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Alt carriers &amp; lanes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4407408"/>
            <a:ext cx="2011680" cy="566928"/>
          </a:xfrm>
          <a:prstGeom prst="rect">
            <a:avLst/>
          </a:prstGeom>
          <a:solidFill>
            <a:srgbClr val="EBF5FF"/>
          </a:solidFill>
          <a:ln w="19050">
            <a:solidFill>
              <a:srgbClr val="1A6FBF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0" y="4434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INVENTORY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Cross-FC reallocation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4407408"/>
            <a:ext cx="2011680" cy="566928"/>
          </a:xfrm>
          <a:prstGeom prst="rect">
            <a:avLst/>
          </a:prstGeom>
          <a:solidFill>
            <a:srgbClr val="FDF2F8"/>
          </a:solidFill>
          <a:ln w="19050">
            <a:solidFill>
              <a:srgbClr val="DB277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4434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COMMS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Customer notifications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03720" y="4407408"/>
            <a:ext cx="2011680" cy="56692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49440" y="4434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AUDIT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LOGGER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</a:rPr>
              <a:t>Full LLM reasoning traces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system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361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264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Real-time signal monitoring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Continuously ingests weather, geopolitical, carrier, port, and supplier data streams — no polling delay.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4408" y="126187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4408" y="1261872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1568" y="1426464"/>
            <a:ext cx="502920" cy="502920"/>
          </a:xfrm>
          <a:prstGeom prst="ellipse">
            <a:avLst/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153619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95928" y="14264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Order-level impact scoring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401568" y="20116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Every in-flight order is scored against the disruption and ranked by SLA breach probability.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08776" y="1261872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08776" y="1261872"/>
            <a:ext cx="2743200" cy="6400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45936" y="1426464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53619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0296" y="14264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Autonomous re-routing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345936" y="201168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Alternative carriers, lanes, and warehouses selected and booked without human intervention.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2980944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20040" y="2980944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57200" y="3145536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25526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1455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Inventory reallocation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37307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Stock shifted between fulfillment centers in real time to cover gaps caused by the disruption.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64408" y="2980944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64408" y="2980944"/>
            <a:ext cx="274320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401568" y="3145536"/>
            <a:ext cx="502920" cy="50292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255264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95928" y="31455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Proactive customer updates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401568" y="37307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Every affected customer receives a personalized, accurate update before they think to complain.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08776" y="2980944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208776" y="2980944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345936" y="3145536"/>
            <a:ext cx="502920" cy="50292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255264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40296" y="31455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</a:rPr>
              <a:t>Full audit trail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345936" y="373075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Every decision logged with LLM reasoning traces — full explainability for ops and compliance.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BUSINESS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war room to one click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</a:rPr>
              <a:t>&lt; 60s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23225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Detect to Execute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7157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374"/>
                </a:solidFill>
              </a:rPr>
              <a:t>vs hours of manual triage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29844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1298448"/>
            <a:ext cx="2011680" cy="6400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97480" y="1481328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14813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FBF"/>
                </a:solidFill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87752" y="23225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SLA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7752" y="27157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374"/>
                </a:solidFill>
              </a:rPr>
              <a:t>every in-flight order scored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29844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298448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92040" y="1481328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4813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82312" y="23225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Manual Triage Required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27157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374"/>
                </a:solidFill>
              </a:rPr>
              <a:t>agents handle the full response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1298448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03720" y="1298448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86600" y="1481328"/>
            <a:ext cx="1645920" cy="749808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49440" y="14813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1-Click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76872" y="232257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Human Oversight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76872" y="271576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374"/>
                </a:solidFill>
              </a:rPr>
              <a:t>approve high-severity events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310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Before vs. after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30168"/>
          <a:ext cx="8503920" cy="121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</a:rPr>
                        <a:t>BEFORE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8F77"/>
                          </a:solidFill>
                        </a:rPr>
                        <a:t>AFTER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Detection Speed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Hours (manual monitoring)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&lt; 60 seconds (automated)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Order Risk Assessment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Spreadsheet guesswork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Every order scored &amp; ranked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Customer Comms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Reactive (after complaint)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Proactive (before they ask)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Audit Trail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Slack threads, lost context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</a:rPr>
                        <a:t>Full LLM reasoning trace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1389888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CCFAF2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389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0C9A7"/>
                </a:solidFill>
              </a:rPr>
              <a:t>ORCHESTRATION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Multi-agent framework · IBM Bob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82312" y="1261872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82312" y="1261872"/>
            <a:ext cx="64008" cy="109728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46904" y="1389888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DBEAFE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46904" y="1389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A6FBF"/>
                </a:solidFill>
              </a:rPr>
              <a:t>SIGNAL INGESTION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46904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Kafka streams · Weather APIs · Freight carrier webhooks · Geopolitical feeds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" y="259689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2596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C3AED"/>
                </a:solidFill>
              </a:rPr>
              <a:t>DECISION ENGINE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" y="29443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LLM chain-of-thought scoring · Rule-based SLA thresholds · RAG on logistics docs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82312" y="2468880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2312" y="246888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46904" y="259689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46904" y="2596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9E0B"/>
                </a:solidFill>
              </a:rPr>
              <a:t>EXECUTION LAYER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46904" y="29443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Carrier booking APIs · WMS inventory APIs · Customer comms platform (email/SMS/push)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75888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64008" cy="10972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" y="3803904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B2777"/>
                </a:solidFill>
              </a:rPr>
              <a:t>HUMAN-IN-THE-LOOP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4632" y="41513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Approval UI with risk summary · 1-click confirm/reject · Escalation routing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82312" y="3675888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27000" dist="38100" dir="8100000" algn="bl" rotWithShape="0">
              <a:srgbClr val="0B3A2E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82312" y="3675888"/>
            <a:ext cx="64008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46904" y="3803904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46904" y="38039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59669"/>
                </a:solidFill>
              </a:rPr>
              <a:t>OBSERVABILITY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46904" y="41513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Full LLM trace logging · Decision audit DB · Ops dashboard &amp; alerts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it happen in 60 seconds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03504" y="1810512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25296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25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1207008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1207008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1271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Disruption detected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29844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Port closure signal arrives. Agent classifies as HIGH severity. 847 in-flight orders flagged.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" y="2560320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975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1956816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1956816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2020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Orders scored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204825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Every order risk-scored in 4 seconds. Top 23 critical orders surface with breach probability %.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" y="3310128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724912"/>
            <a:ext cx="566928" cy="566928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724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" y="2706624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51560" y="2706624"/>
            <a:ext cx="54864" cy="60350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70432" y="27706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Response plan generated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56432" y="279806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LLM generates: reroute 18 orders via alt carrier, shift inventory from Dallas to Chicago hub.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" y="4059936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47472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3474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" y="3456432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51560" y="3456432"/>
            <a:ext cx="54864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70432" y="3520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One-click approval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56432" y="354787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Ops manager sees risk summary in approval UI. Clicks confirm. Agents begin execution.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22452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4224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51560" y="4206240"/>
            <a:ext cx="7772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63500" dist="25400" dir="8100000" algn="bl" rotWithShape="0">
              <a:srgbClr val="0B3A2E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51560" y="4206240"/>
            <a:ext cx="54864" cy="6035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70432" y="4270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Executed &amp; notified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56432" y="4297680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4"/>
                </a:solidFill>
              </a:rPr>
              <a:t>Shipments rerouted. Inventory moved. 847 customers receive proactive update. Zero SLA breaches.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7840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36208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94576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52944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11312" y="2743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36208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94576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552944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11312" y="105156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77840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94576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52944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11312" y="182880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11312" y="260604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11312" y="338328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11312" y="4160520"/>
            <a:ext cx="64008" cy="6400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9060" y="53340"/>
            <a:ext cx="8686800" cy="4997196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94960" y="320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400" dirty="0">
                <a:solidFill>
                  <a:srgbClr val="FFFFFF"/>
                </a:solidFill>
              </a:rPr>
              <a:t>THE RESULT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67912" y="621792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breaches.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9060" y="121920"/>
            <a:ext cx="90449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/>
              <a:t>Thank You</a:t>
            </a:r>
          </a:p>
          <a:p>
            <a:pPr algn="ctr"/>
            <a:r>
              <a:rPr lang="en-US" sz="3200" dirty="0"/>
              <a:t>Team :</a:t>
            </a:r>
            <a:r>
              <a:rPr lang="en-US" sz="2400" b="1" dirty="0"/>
              <a:t>Bob Co-Work</a:t>
            </a:r>
            <a:endParaRPr lang="en-US" sz="2400" dirty="0"/>
          </a:p>
          <a:p>
            <a:pPr marL="0" indent="0" algn="ctr">
              <a:buNone/>
            </a:pPr>
            <a:r>
              <a:rPr lang="en-US" sz="3200" dirty="0"/>
              <a:t>Team Members </a:t>
            </a:r>
            <a:r>
              <a:rPr lang="en-US" sz="2400" dirty="0"/>
              <a:t>:</a:t>
            </a:r>
            <a:r>
              <a:rPr lang="en-US" sz="2400" b="1" dirty="0"/>
              <a:t>Trishuli Mallarapu </a:t>
            </a:r>
          </a:p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788</Words>
  <Application>Microsoft Office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Supply Chain Disruption Responder</dc:title>
  <dc:subject>PptxGenJS Presentation</dc:subject>
  <dc:creator>PptxGenJS</dc:creator>
  <cp:lastModifiedBy>Trishuli Mallarapu</cp:lastModifiedBy>
  <cp:revision>2</cp:revision>
  <dcterms:created xsi:type="dcterms:W3CDTF">2026-05-03T05:35:26Z</dcterms:created>
  <dcterms:modified xsi:type="dcterms:W3CDTF">2026-05-03T09:44:10Z</dcterms:modified>
</cp:coreProperties>
</file>